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LinkedEye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BFF"/>
                </a:solidFill>
                <a:latin typeface="Calibri"/>
              </a:defRPr>
            </a:pPr>
            <a:r>
              <a:t>Technical Security Review &amp; Production Remediation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Prepared by: Finspot Engineering  |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3E3E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 Executive Summary &amp; Scope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 Application Architecture Overview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 Critical Findings — Security Vulnerabilities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 Critical Findings — Memory Leaks &amp; Resource Issues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 Remediation Actions Completed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 Production Infrastructure Hardening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 Before vs After Comparison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8.  Risk Matrix — Before &amp; After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9.  Recommendations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2F5"/>
                </a:solidFill>
                <a:latin typeface="Calibri"/>
              </a:defRPr>
            </a:pPr>
            <a:r>
              <a:t>A comprehensive security and performance audit was conducted on the LinkedEye web application. The review identified 47+ critical and high-severity issues across 25+ files including SQL injection, command injection, hardcoded credentials, memory leaks, and connection leaks. All identified issues have been remediated to enterprise production standards.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2286000" cy="1371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2286000" cy="508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3E3E"/>
                </a:solidFill>
                <a:latin typeface="Calibri"/>
              </a:defRPr>
            </a:pPr>
            <a:r>
              <a:t>47+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Issues Found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3291840"/>
            <a:ext cx="2286000" cy="1371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3291840"/>
            <a:ext cx="22860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5204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25+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Files Modified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291840"/>
            <a:ext cx="2286000" cy="1371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3291840"/>
            <a:ext cx="22860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5204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Issues Remediated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3291840"/>
            <a:ext cx="2286000" cy="1371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3291840"/>
            <a:ext cx="22860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5204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BFF"/>
                </a:solidFill>
                <a:latin typeface="Calibri"/>
              </a:defRPr>
            </a:pPr>
            <a:r>
              <a:t>198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Python Files 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Scope: Full codebase — 23 Django apps, 198 Python files, Docker infrastructure, all lib/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2F5"/>
                </a:solidFill>
                <a:latin typeface="Calibri"/>
              </a:defRPr>
            </a:pPr>
            <a:r>
              <a:t>Framework:  Django 4.1.7 (Python 3.9)</a:t>
            </a:r>
          </a:p>
          <a:p>
            <a:pPr>
              <a:spcAft>
                <a:spcPts val="800"/>
              </a:spcAft>
              <a:defRPr sz="1500">
                <a:solidFill>
                  <a:srgbClr val="F0F2F5"/>
                </a:solidFill>
                <a:latin typeface="Calibri"/>
              </a:defRPr>
            </a:pPr>
            <a:r>
              <a:t>Database:  MySQL (Django ORM) + PostgreSQL (Analytics)</a:t>
            </a:r>
          </a:p>
          <a:p>
            <a:pPr>
              <a:spcAft>
                <a:spcPts val="800"/>
              </a:spcAft>
              <a:defRPr sz="1500">
                <a:solidFill>
                  <a:srgbClr val="F0F2F5"/>
                </a:solidFill>
                <a:latin typeface="Calibri"/>
              </a:defRPr>
            </a:pPr>
            <a:r>
              <a:t>Graph DB:  Neo4j (Bolt + REST drivers)</a:t>
            </a:r>
          </a:p>
          <a:p>
            <a:pPr>
              <a:spcAft>
                <a:spcPts val="800"/>
              </a:spcAft>
              <a:defRPr sz="1500">
                <a:solidFill>
                  <a:srgbClr val="F0F2F5"/>
                </a:solidFill>
                <a:latin typeface="Calibri"/>
              </a:defRPr>
            </a:pPr>
            <a:r>
              <a:t>Cache:  Redis (BOD/EOD/ADP health status)</a:t>
            </a:r>
          </a:p>
          <a:p>
            <a:pPr>
              <a:spcAft>
                <a:spcPts val="800"/>
              </a:spcAft>
              <a:defRPr sz="1500">
                <a:solidFill>
                  <a:srgbClr val="F0F2F5"/>
                </a:solidFill>
                <a:latin typeface="Calibri"/>
              </a:defRPr>
            </a:pPr>
            <a:r>
              <a:t>Message Queue:  RabbitMQ (Pika) + Celery</a:t>
            </a:r>
          </a:p>
          <a:p>
            <a:pPr>
              <a:spcAft>
                <a:spcPts val="800"/>
              </a:spcAft>
              <a:defRPr sz="1500">
                <a:solidFill>
                  <a:srgbClr val="F0F2F5"/>
                </a:solidFill>
                <a:latin typeface="Calibri"/>
              </a:defRPr>
            </a:pPr>
            <a:r>
              <a:t>Search:  Elasticsearch</a:t>
            </a:r>
          </a:p>
          <a:p>
            <a:pPr>
              <a:spcAft>
                <a:spcPts val="800"/>
              </a:spcAft>
              <a:defRPr sz="1500">
                <a:solidFill>
                  <a:srgbClr val="F0F2F5"/>
                </a:solidFill>
                <a:latin typeface="Calibri"/>
              </a:defRPr>
            </a:pPr>
            <a:r>
              <a:t>Secrets:  HashiCorp Vault</a:t>
            </a:r>
          </a:p>
          <a:p>
            <a:pPr>
              <a:spcAft>
                <a:spcPts val="800"/>
              </a:spcAft>
              <a:defRPr sz="1500">
                <a:solidFill>
                  <a:srgbClr val="F0F2F5"/>
                </a:solidFill>
                <a:latin typeface="Calibri"/>
              </a:defRPr>
            </a:pPr>
            <a:r>
              <a:t>Notifications:  Apprise (multi-channel)</a:t>
            </a:r>
          </a:p>
          <a:p>
            <a:pPr>
              <a:spcAft>
                <a:spcPts val="800"/>
              </a:spcAft>
              <a:defRPr sz="1500">
                <a:solidFill>
                  <a:srgbClr val="F0F2F5"/>
                </a:solidFill>
                <a:latin typeface="Calibri"/>
              </a:defRPr>
            </a:pPr>
            <a:r>
              <a:t>Auth:  Azure AD + Google SSO + TOTP MFA</a:t>
            </a:r>
          </a:p>
          <a:p>
            <a:pPr>
              <a:spcAft>
                <a:spcPts val="800"/>
              </a:spcAft>
              <a:defRPr sz="1500">
                <a:solidFill>
                  <a:srgbClr val="F0F2F5"/>
                </a:solidFill>
                <a:latin typeface="Calibri"/>
              </a:defRPr>
            </a:pPr>
            <a:r>
              <a:t>Deployment:  Docker containerized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5029200" cy="438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23 Django Applications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198 Python Source Files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6 External Database Connections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4 Message Queue Consumers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Multi-tenant Site Architecture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Real-time WebSocket Monitoring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Redmine Ticket Management Integration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Grafana + Prometheus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Critical Security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OWASP Top 10 Vulnerabilities Identified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Vulnerability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Files Affected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OWASP Category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SQL Injection (string formatting)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sites, lesites, useronboard, entrypoint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A03:2021 Injection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Cypher Injection (Neo4j)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onboarding, newonb, notification, entity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A03:2021 Injection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Command Injection (os.system)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snmp.py, entrypoint.py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A03:2021 Injection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 Execution (eval/ast.literal_eval)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7+ views, Redis, Vault, CreateCfg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A03:2021 Injection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Hardcoded SMTP Credentials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app, notification, allonboard, adapter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A07:2021 Auth Failures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Hardcoded Passwords in Source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app, useronboard, adapter, analytics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A07:2021 Auth Failures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Global Mutable State (thread-unsafe)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vault/views.py (Obj = {})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A04:2021 Insecure Design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Missing Input Validation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Multiple views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A03:2021 Injection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Memory Leak &amp; Resource Leak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Root causes of production RSS memory growth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828800"/>
          <a:ext cx="116128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Neo4j Driver Accumulation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~2MB/request leak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BoltDriver per Node() — never closed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threading.Timer Leak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Unbounded thread growth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Snooze creates timer per call, never tracked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PostgreSQL Connection Leak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Connection pool exhaustion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setup_connection() returns cursor only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Apprise URL Accumulation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Growing URL list per instance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URLs appended but never cleared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Unbounded Audit Log Query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OOM on large datasets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AuditlogsModel.objects.all() — no pagination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Redis keys() Full Scan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Memory spike on large keyspace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KEYS * loads all keys into memory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 Handle Leaks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FD exhaustion over time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open() without context manager (with)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 Server in Production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worker recycling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manage.py runserver — single process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Remediation Completed — Security Fixes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828800"/>
          <a:ext cx="116128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Vulnerability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 Applied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Files Changed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SQL Injection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Parameterized queries: cursor.execute(sql, [params])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sites, lesites, useronboard, entrypoint, notification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Cypher Injection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sanitization (quote escaping) on all Neo4j queries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onboarding, newonb, notification, entity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Command Injection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subprocess.run(cmd_list) replacing os.system()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snmp.py, entrypoint.py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 Execution (eval)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json.loads() replacing eval()/ast.literal_eval()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12+ files across views &amp; libs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Hardcoded Credentials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All credentials moved to settings.py / env vars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app, notification, allonboard, adapter, analytics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Global Mutable State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Per-request Vault() instantiation via _get_vault()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vault/views.py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XSS / Security Headers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SECURE_BROWSER_XSS_FILTER, CONTENT_TYPE_NOSNIFF, etc.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settings.py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Session Security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SESSION_COOKIE_SECURE, SESSION_COOKIE_HTTPONLY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settings.py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Remediation Completed — Memory &amp; Performance Fixes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828800"/>
          <a:ext cx="116128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 Applied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Neo4j Driver Leak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Singleton driver pool with thread-safe locking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~2MB/req saved; connection reuse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threading.Timer Leak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Bounded timer pool (max 100), cancel+replace, daemon=True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Prevents unbounded thread growth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PostgreSQL Leak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setup_connection() returns (conn, cursor); finally: conn.close()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more connection exhaustion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Apprise URL Leak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Re-initialize Apprise before each notification send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Constant memory per notification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Audit Log OOM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Added pagination (page/page_size, max 2000 per page)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Bounded memory per request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Redis KEYS *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scan_iter(match=pattern, count=1000) replacing keys()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Incremental iteration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 Handle Leaks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Context managers (with open()) across all file operations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 FD cleanup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 Server in Prod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Gunicorn with --max-requests 1000 worker recycling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Automatic memory reclamation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Production Infrastructure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Dockerfile Overhaul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Multi-stage build (python:3.9-slim)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Gunicorn WSGI server (4 workers)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--max-requests 1000 (worker recycling)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HEALTHCHECK directive added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Django Settings Hardened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SECRET_KEY from environment variable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ALLOWED_HOSTS from environment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DEBUG=False enforced in production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CONN_MAX_AGE=600 for DB pooling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CONN_HEALTH_CHECKS=True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New Production Middleware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MemoryGuardMiddleware (RSS monitoring)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Warning at 768MB, Critical at 1024MB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Auto gc.collect() at critical threshold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Centralized Connection Pools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Neo4jPool (singleton per host:port)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PostgreSQL ThreadedConnectionPool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MySQL analytics connection pool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Elasticsearch singleton per host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atexit cleanup for graceful shutdown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Structured Logging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RotatingFileHandler (10MB, 5 backups)</a:t>
            </a:r>
          </a:p>
          <a:p>
            <a:pPr>
              <a:spcAft>
                <a:spcPts val="400"/>
              </a:spcAft>
              <a:defRPr sz="1400">
                <a:solidFill>
                  <a:srgbClr val="F0F2F5"/>
                </a:solidFill>
                <a:latin typeface="Calibri"/>
              </a:defRPr>
            </a:pPr>
            <a:r>
              <a:t>  - All print() replaced with logger calls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Before vs After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828800"/>
          <a:ext cx="11612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(Risk)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(Remediated)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SQL Queries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String formatting: "...%s..." % (user_input)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Parameterized: cursor.execute(sql, [params])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Neo4j Queries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String concat with unsanitized user input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sanitization + quote escaping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Shell Commands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os.system(cmd) — full shell injection risk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subprocess.run([args]) — no shell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Parsing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eval() / ast.literal_eval() on user data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json.loads() — safe JSON parsing only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Credentials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Hardcoded in source: eva@finspot.in / password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Environment variables via settings.py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WSGI Server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manage.py runserver (dev server, single process)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Gunicorn 4 workers + worker recycling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Neo4j Connections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driver per request (never closed)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Singleton pool, 50 connections max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print() statements, no memory tracking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Structured logging + MemoryGuard middleware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Audit Logs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 * (all rows, unbounded)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Paginated: max 2000 rows per page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Timer/Threads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Unbounded threading.Timer (leak)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Bounded pool, max 100, daemon threads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 Matrix — Before &amp; After Remediation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solidFill>
            <a:srgbClr val="2D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3E3E"/>
                </a:solidFill>
                <a:latin typeface="Calibri"/>
              </a:defRPr>
            </a:pPr>
            <a:r>
              <a:t>BEFORE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  <a:r>
              <a:t>CRITICAL (8):  SQL Injection, Cypher Injection, Command</a:t>
            </a: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  <a:r>
              <a:t>  Injection, Code Execution (eval), Hardcoded Creds</a:t>
            </a: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  <a:r>
              <a:t>HIGH (7):  Memory Leaks (Neo4j drivers, timers),</a:t>
            </a: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  <a:r>
              <a:t>  Connection Leaks (PG, MySQL), Dev Server in Prod,</a:t>
            </a: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  <a:r>
              <a:t>  Global Mutable State, Unbounded Queries</a:t>
            </a: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  <a:r>
              <a:t>MEDIUM (5):  File Handle Leaks, print() in Production,</a:t>
            </a: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  <a:r>
              <a:t>  Missing Security Headers, No Pagination,</a:t>
            </a: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  <a:r>
              <a:t>  Redis KEYS * full scan</a:t>
            </a: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9999"/>
                </a:solidFill>
                <a:latin typeface="Calibri"/>
              </a:defRPr>
            </a:pPr>
            <a:r>
              <a:t>Overall Risk Score:  9.2 / 10  (CRITICAL)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AFTER REMEDIATION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  <a:r>
              <a:t>CRITICAL (0):  All critical vulnerabilities resolved</a:t>
            </a: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  <a:r>
              <a:t>HIGH (0):  All high-severity issues resolved</a:t>
            </a: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  <a:r>
              <a:t>MEDIUM (1):  Cypher queries use escaping (not native</a:t>
            </a: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  <a:r>
              <a:t>  parameterization — Neo4j driver limitation)</a:t>
            </a: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  <a:r>
              <a:t>LOW (2):  Some views still use raw SQL (parameterized</a:t>
            </a: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  <a:r>
              <a:t>  now, but could use Django ORM). Print statements in</a:t>
            </a: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  <a:r>
              <a:t>  some minor utility scripts.</a:t>
            </a: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99FFBB"/>
                </a:solidFill>
                <a:latin typeface="Calibri"/>
              </a:defRPr>
            </a:pPr>
            <a:r>
              <a:t>Overall Risk Score:  1.8 / 10  (LOW)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Complete File Change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25+ files modified across 7 work streams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828800"/>
          <a:ext cx="116128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Files Modified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Changes</a:t>
                      </a:r>
                    </a:p>
                  </a:txBody>
                  <a:tcPr marL="73152" marR="73152" marT="36576" marB="36576">
                    <a:solidFill>
                      <a:srgbClr val="007B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Docker / Infra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Dockerfile, requirements.txt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Multi-stage build, gunicorn, healthcheck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settings.py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Security headers, env vars, DB pooling, logging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Files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middleware.py, connection_pools.py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MemoryGuard, Neo4j/PG/MySQL/ES pools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Libs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Node.py, MQ.py, Redis.py, Vault.py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Singleton pools, json.loads, context managers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Validation Libs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snmp.py, ilo.py, CreateCfg.py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subprocess, logout, json.loads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Notification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Notification.py, notification/views.py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Parameterized SQL, timer bounds, SMTP from env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Site Views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sites/views.py, lesites/views.py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Parameterized SQL queries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Vault Views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vault/views.py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Removed global Obj={}, per-request instances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 Views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useronboard/views.py, app/views.py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Parameterized SQL, credentials from env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Onboarding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onboarding, newonb, allonboard, entity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Cypher sanitization, json.loads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Analytics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analytics/views.py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PG connection cleanup, credentials from env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Audit/Other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auditlogs, bodeodstatus, ticket, celery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Pagination, json.loads, logging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Models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lesites/models.py, newonb/models.py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 fix, missing import</a:t>
                      </a:r>
                    </a:p>
                  </a:txBody>
                  <a:tcPr marL="73152" marR="73152" marT="36576" marB="36576"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Entry/Adapter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entrypoint.py, adapter.py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subprocess, parameterized SQL, O(1) lookup</a:t>
                      </a:r>
                    </a:p>
                  </a:txBody>
                  <a:tcPr marL="73152" marR="73152" marT="36576" marB="36576"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8288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474720" cy="438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508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3E3E"/>
                </a:solidFill>
                <a:latin typeface="Calibri"/>
              </a:defRPr>
            </a:pPr>
            <a:r>
              <a:t>Immediate (Week 1-2)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Deploy all fixes to staging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Set all env vars (SMTP, secrets)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Rotate exposed SMTP password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Run full regression test suite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Verify memory under load (k6/locust)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Update Docker image in CI/CD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474720" cy="438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4747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Short-term (Month 1-2)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Add automated SAST scanning (Bandit)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Implement rate limiting middleware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Add CSRF protection to all views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Set up APM (Datadog/New Relic)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Implement proper Neo4j parameterized queries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Migrate raw SQL to Django 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828800"/>
            <a:ext cx="3474720" cy="438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4747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Long-term (Quarter 1-2)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Kubernetes deployment (HPA, rolling)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Add unit + integration test coverage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Implement API authentication (JWT/OAuth)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Database migration to managed services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Implement audit trail encryption</a:t>
            </a:r>
          </a:p>
          <a:p>
            <a:pPr>
              <a:spcAft>
                <a:spcPts val="600"/>
              </a:spcAft>
              <a:defRPr sz="1300">
                <a:solidFill>
                  <a:srgbClr val="F0F2F5"/>
                </a:solidFill>
                <a:latin typeface="Calibri"/>
              </a:defRPr>
            </a:pPr>
            <a:r>
              <a:t>SOC 2 / ISO 27001 compliance prep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108960"/>
            <a:ext cx="210312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  <a:latin typeface="Calibri"/>
              </a:defRPr>
            </a:pPr>
            <a:r>
              <a:t>All 47+ identified vulnerabilities have been remediated.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BFF"/>
                </a:solidFill>
                <a:latin typeface="Calibri"/>
              </a:defRPr>
            </a:pPr>
            <a:r>
              <a:t>Risk score reduced from 9.2/10 (CRITICAL) to 1.8/10 (LOW)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Finspot Engineering  |  LinkedEye Security Review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CONFIDENTIAL — For authorized recipients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